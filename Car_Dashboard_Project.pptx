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 Price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Task 4 Project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by Brand</a:t>
            </a:r>
          </a:p>
        </p:txBody>
      </p:sp>
      <p:pic>
        <p:nvPicPr>
          <p:cNvPr id="3" name="Picture 2" descr="price_by_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800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State</a:t>
            </a:r>
          </a:p>
        </p:txBody>
      </p:sp>
      <p:pic>
        <p:nvPicPr>
          <p:cNvPr id="3" name="Picture 2" descr="sales_by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800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Year-wise Price Trend</a:t>
            </a:r>
          </a:p>
        </p:txBody>
      </p:sp>
      <p:pic>
        <p:nvPicPr>
          <p:cNvPr id="3" name="Picture 2" descr="year_wise_pri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80060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